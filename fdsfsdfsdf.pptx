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F5F2F-3C2D-497E-A78B-57E30C0C9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6164B5-D23D-4B2B-8222-3FCE5CEE7A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D12E54-E3B2-49E1-8E2E-3D2A05BB8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BB2268-409C-43A9-9EE3-4DC52B321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6B9AB0-AAC8-452B-99DE-A9D978F44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768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C2DE1-4753-4F09-9C62-F952CD28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C2C992-3D7F-4F7B-AE8A-0F3CCFC42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17B382-438F-42F1-9D1B-F63ABB107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569BA9-EFB3-43E7-AC6B-C8E6CE82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11FCCF-78CB-4ED9-9275-5645E255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281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76151-9886-4C9E-B15C-06B977B6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C51B62E-E8AD-46B4-B589-F0B39C415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2BD195-CB37-41B7-84D6-5B111C00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33FEBD-03FF-41AE-AA00-D67F55C6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D3253E-02F3-4664-85BB-03EDCC6DB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63052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62A0B-587C-428D-9D2A-A6B341BAB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940BFC-1DA1-46DF-9D11-6A3232C2F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19D880-84AE-4748-86E0-F47F1FBD5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EE8D59-FE68-45EC-A3A2-1AD299E5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47528D-DACD-4718-BB0A-35AC831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BA6799-BB75-4B92-B6B2-BDBA399DB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93824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D37528-1845-4416-888B-BA3344D4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9CCAB9-167F-47F2-81F2-8D571297F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AEA4B5-92AE-4CDA-93D8-A2AB3985E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9D1A1B-1311-4DD9-8B38-6AB1A5ACB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2B436A5-F887-46B6-BB56-F2C90790E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F48CB30-E32A-4CEE-8964-C86C337F4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427A54-C114-423D-B6A8-5983B3FB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929E02-89C1-4620-9B60-260068606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774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62970-4198-42BD-B5E5-0C72DFBF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2C6CBB2-3565-4DA6-B31B-436790E3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10F4008-9C61-4FD2-BD4D-4AA421626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4977DB-C52F-4634-B5AF-FB6FABB23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540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E0CB133-54B1-43E2-BA6F-243FC5F5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35A59A-AE9C-4A72-9C1D-9063D7A6A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66CEEC-0033-4458-8455-A44C43EB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5583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B2D8D-A317-489F-A3AA-B55F8DED5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16AB2-C5A4-498B-8E5E-3CF432C8A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0C2599-D271-47DC-A344-C247D9546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025677A-2D3C-42CA-A5D3-A841FB33D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79F0F5-84EE-41B1-866D-5050640C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BE3AA2-CD95-4033-AFA0-117907F79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133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CA715-A3E0-4DD6-B891-576B47A6F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3210F8C-56DF-4A37-B80D-5087E87AA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C7045B-A615-41F9-B54B-76EA4D882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FF427E-E23A-402E-A9E6-24BBC2D53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8452AF-6A91-416D-86F5-4C32C59D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B83A8D-1141-4355-AAD9-3BAFF61DD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1493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11C71-C2BF-40A8-9C14-3182CA104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535515-ED2E-4AC9-840D-6AE3EDBC2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26247-173C-4E34-A808-4E3A4DC72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46FCFB-1A34-4811-9FED-3B7038DC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50C37-C5B6-46ED-9FE4-5B6B52EB8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4496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B54CDB-CE2F-4AC0-BC99-29E60BF00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A30AC2-FCFA-499D-AF8C-6B7FA6D39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9E023D-5E18-4435-AC35-AEC202614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97C867-443B-4887-A770-D6696B91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78F46F-EB03-46FA-A285-F592A4AC7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6092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85C8032-F682-46E7-B2C9-6A25287F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F7CB09-34F3-4910-853E-E2C511B3C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FD04F0-300B-4CF1-BEB6-A92A048E4F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934F3-A387-4CD2-A76C-76B58026E8DF}" type="datetimeFigureOut">
              <a:rPr lang="es-PE" smtClean="0"/>
              <a:t>18/09/2026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78B111-C8E4-4F3D-BD54-B03404A34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62ACA3-98D6-45C5-83B1-0A43052B2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35570-482F-4F0D-A01D-CF11839FFE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2139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75F48-BBA9-4874-88DD-628DF473A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510A8F-7972-431D-A4D4-6EF540839A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8727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Alumno</dc:creator>
  <cp:lastModifiedBy>Alumno</cp:lastModifiedBy>
  <cp:revision>1</cp:revision>
  <dcterms:created xsi:type="dcterms:W3CDTF">2026-09-18T14:31:13Z</dcterms:created>
  <dcterms:modified xsi:type="dcterms:W3CDTF">2026-09-18T14:31:23Z</dcterms:modified>
</cp:coreProperties>
</file>